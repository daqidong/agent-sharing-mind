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408" autoAdjust="0"/>
    <p:restoredTop sz="94660"/>
  </p:normalViewPr>
  <p:slideViewPr>
    <p:cSldViewPr snapToGrid="0">
      <p:cViewPr>
        <p:scale>
          <a:sx n="75" d="100"/>
          <a:sy n="75" d="100"/>
        </p:scale>
        <p:origin x="-2208" y="-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6F2B02C-91D0-7DF1-F31F-FFCD71BA3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8A87A8D-6E1B-8EB7-F308-8A8B5B88C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0E9759F-BBEB-5387-75C6-885C7B2EE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C973-59F3-4672-927A-C59A7CD9E442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C13299A-A5CB-CC3A-0064-B7A53710C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088D0FE-10BF-150A-1A7B-96DFCFEAC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848B-1F13-436B-B598-5782CC5CD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34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0EE9C1-B475-423D-E28E-D3A52CB59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57AE68F-08B8-EDF8-8B8E-76DD736E8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30BE0F1-A076-4CE7-B530-B2D330CE8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C973-59F3-4672-927A-C59A7CD9E442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E1C83B0-9679-47F0-AC8A-79DC09EE5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2EF7F5E-5C13-D11E-991B-95FD6D1A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848B-1F13-436B-B598-5782CC5CD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EFC25E2-CB66-733A-BC9E-C74709E70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5D451D6-BE78-6060-E20E-245085BDA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2D3E6BA-1DD7-F39C-06DE-64EAEAEF5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C973-59F3-4672-927A-C59A7CD9E442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89C3A71-BE4B-2DEF-C6DB-5C563C42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63EA51C-471D-CB20-F5CD-67774B37F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848B-1F13-436B-B598-5782CC5CD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451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53EE60-BFCB-CD93-1DFC-722657B64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C7DEF47-04B8-3530-7D3C-D9FD4E07EA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9F943CD-7B79-E09B-E9F7-4F1AD714F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5BEF49D-DB86-EC05-6513-F5EFF2A09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C973-59F3-4672-927A-C59A7CD9E442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D8CA847-3F40-F069-AD5A-7363147E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2BAF064-8283-8B00-E619-A380BC23E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848B-1F13-436B-B598-5782CC5CD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9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2D6049-2513-58C4-CEFB-D8BB973AD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0AB1430-FC7A-751E-4576-0ADBFBDD1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7CBCB27-EC93-10B6-DAD0-7FF1A47FB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D5138F1-1C07-0C93-C929-123511CAD2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58CE3D42-6D10-C986-3A64-3270A5BCD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82BB12A9-1C36-B9D1-100A-B2ABB4A05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C973-59F3-4672-927A-C59A7CD9E442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57833FE-5BC3-967F-CAAC-D78688BFB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65E73341-467D-9922-3EF2-77730CE2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848B-1F13-436B-B598-5782CC5CD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61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1420CE4-ECAA-6ED5-E403-98AFC87D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C1ED667-6A9B-E65B-9986-9FC34E7D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C973-59F3-4672-927A-C59A7CD9E442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85A389A-C56D-C01D-ECC8-608132E32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DD23798-BCB7-559B-750B-DAF78C2F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848B-1F13-436B-B598-5782CC5CD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4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E11D434-78CB-0C61-2A5E-4D4B4C013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C973-59F3-4672-927A-C59A7CD9E442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5E7A815-AB6D-A3FD-56D9-26C4525A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80FD3AC-753E-5833-DDD4-2070ECAE7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848B-1F13-436B-B598-5782CC5CD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3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D86D0E-D66A-4C57-ACD6-9E7851791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4D3DA78-F9B6-A56D-936A-FEC569252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341C179-03F1-AB51-714A-88F2208FA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6414E74-5FB1-ED44-CBD0-8F319A8BF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C973-59F3-4672-927A-C59A7CD9E442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0B710E3-36B3-5733-2EA6-9661981C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C66D8C7-160C-DB4B-DE72-A3CF629CB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848B-1F13-436B-B598-5782CC5CD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5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7B0394-47A2-B411-C2F2-E94AAD1CD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8532DC2-F093-8212-25E4-44A4198F2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8A04F21-AAE3-8266-7368-F7BF87728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2FC39C2-A60E-F595-480E-D8B2DBCC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C973-59F3-4672-927A-C59A7CD9E442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69B9D52-922C-88DE-22B2-16E52EC26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07C8F5E-A490-1815-C7D5-6B8CF8A89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848B-1F13-436B-B598-5782CC5CD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3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E74B2D-DBCB-6152-C947-824364C14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F5E46B3-4950-A590-9F1F-C2ACD802D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848188B-ADFD-519E-BF32-D13BDD6D7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C973-59F3-4672-927A-C59A7CD9E442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94E747-E374-8C9A-6DDD-2A5AC535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EA8CFF4-EF72-A954-588F-99EF06C10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848B-1F13-436B-B598-5782CC5CD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12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8E80D84-3F39-8C1A-D58B-B2F76A68AC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9803A4F-3168-BCED-3AE3-87327FB1A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D8D29FE-14F3-E68F-E7C3-5E2DAAB3A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9C973-59F3-4672-927A-C59A7CD9E442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B10A626-DFC6-CC3E-0329-0E6EFA6DB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8D8D10B-8B96-7D45-9AE9-B757D064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848B-1F13-436B-B598-5782CC5CD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34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4F4FF5CF-4956-817C-5BB1-D3453696B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8B3AC3A-2301-EDDE-D021-5D3CB0DDD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48E4938-1AB7-780A-2D1B-C3FDBAF216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9C973-59F3-4672-927A-C59A7CD9E442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EF3F5D6-EF0A-C1EA-75DF-BC073F1BCB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A83D641-F815-6A38-CAED-C9A7416F3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9848B-1F13-436B-B598-5782CC5CD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0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Arc 135">
            <a:extLst>
              <a:ext uri="{FF2B5EF4-FFF2-40B4-BE49-F238E27FC236}">
                <a16:creationId xmlns="" xmlns:a16="http://schemas.microsoft.com/office/drawing/2014/main" id="{4BCDCB01-3512-A03B-86C6-730FE5B47A52}"/>
              </a:ext>
            </a:extLst>
          </p:cNvPr>
          <p:cNvSpPr/>
          <p:nvPr/>
        </p:nvSpPr>
        <p:spPr>
          <a:xfrm rot="5154877">
            <a:off x="8693421" y="2610303"/>
            <a:ext cx="1897306" cy="2874102"/>
          </a:xfrm>
          <a:prstGeom prst="arc">
            <a:avLst>
              <a:gd name="adj1" fmla="val 16513548"/>
              <a:gd name="adj2" fmla="val 379874"/>
            </a:avLst>
          </a:prstGeom>
          <a:ln w="25400">
            <a:solidFill>
              <a:schemeClr val="accent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Arc 131">
            <a:extLst>
              <a:ext uri="{FF2B5EF4-FFF2-40B4-BE49-F238E27FC236}">
                <a16:creationId xmlns="" xmlns:a16="http://schemas.microsoft.com/office/drawing/2014/main" id="{8E5D841A-F29B-AC0C-3A19-5E57A2CED367}"/>
              </a:ext>
            </a:extLst>
          </p:cNvPr>
          <p:cNvSpPr/>
          <p:nvPr/>
        </p:nvSpPr>
        <p:spPr>
          <a:xfrm rot="10800000">
            <a:off x="2566623" y="3369366"/>
            <a:ext cx="1660423" cy="1673332"/>
          </a:xfrm>
          <a:prstGeom prst="arc">
            <a:avLst>
              <a:gd name="adj1" fmla="val 17428710"/>
              <a:gd name="adj2" fmla="val 550345"/>
            </a:avLst>
          </a:prstGeom>
          <a:ln w="25400">
            <a:solidFill>
              <a:schemeClr val="accent2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Arc 128">
            <a:extLst>
              <a:ext uri="{FF2B5EF4-FFF2-40B4-BE49-F238E27FC236}">
                <a16:creationId xmlns="" xmlns:a16="http://schemas.microsoft.com/office/drawing/2014/main" id="{0076CD23-C29B-75AD-4C23-9025332FF38F}"/>
              </a:ext>
            </a:extLst>
          </p:cNvPr>
          <p:cNvSpPr/>
          <p:nvPr/>
        </p:nvSpPr>
        <p:spPr>
          <a:xfrm rot="281355">
            <a:off x="4560125" y="802966"/>
            <a:ext cx="6646652" cy="1223176"/>
          </a:xfrm>
          <a:prstGeom prst="arc">
            <a:avLst>
              <a:gd name="adj1" fmla="val 17425540"/>
              <a:gd name="adj2" fmla="val 21477216"/>
            </a:avLst>
          </a:prstGeom>
          <a:ln w="45720" cmpd="sng">
            <a:solidFill>
              <a:schemeClr val="accent2">
                <a:lumMod val="75000"/>
              </a:schemeClr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="" xmlns:a16="http://schemas.microsoft.com/office/drawing/2014/main" id="{B8948718-9765-F1F2-5D87-877DA7A12907}"/>
              </a:ext>
            </a:extLst>
          </p:cNvPr>
          <p:cNvCxnSpPr>
            <a:cxnSpLocks/>
          </p:cNvCxnSpPr>
          <p:nvPr/>
        </p:nvCxnSpPr>
        <p:spPr>
          <a:xfrm>
            <a:off x="1641975" y="1569836"/>
            <a:ext cx="11832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="" xmlns:a16="http://schemas.microsoft.com/office/drawing/2014/main" id="{9F9CD1C3-FD9B-5A08-6424-28DF189C0336}"/>
              </a:ext>
            </a:extLst>
          </p:cNvPr>
          <p:cNvSpPr/>
          <p:nvPr/>
        </p:nvSpPr>
        <p:spPr>
          <a:xfrm>
            <a:off x="2630270" y="3105206"/>
            <a:ext cx="1207008" cy="10058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Perceptual Associative Memory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4EB34DCB-8548-4C78-7E1F-44EB42759E26}"/>
              </a:ext>
            </a:extLst>
          </p:cNvPr>
          <p:cNvSpPr/>
          <p:nvPr/>
        </p:nvSpPr>
        <p:spPr>
          <a:xfrm>
            <a:off x="618340" y="1239464"/>
            <a:ext cx="1188720" cy="100584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Sensory Memory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C3B30D4-B352-8FA3-A450-C5E07161710B}"/>
              </a:ext>
            </a:extLst>
          </p:cNvPr>
          <p:cNvSpPr/>
          <p:nvPr/>
        </p:nvSpPr>
        <p:spPr>
          <a:xfrm>
            <a:off x="-4104740" y="1781891"/>
            <a:ext cx="2483207" cy="862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Long term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15CCD37-39F4-5DEA-8AF8-5ECA06BCE87B}"/>
              </a:ext>
            </a:extLst>
          </p:cNvPr>
          <p:cNvSpPr/>
          <p:nvPr/>
        </p:nvSpPr>
        <p:spPr>
          <a:xfrm>
            <a:off x="-4104741" y="3275918"/>
            <a:ext cx="2483207" cy="8625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Short term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40AB0DD8-4F61-5C92-FD6A-60CD807736D9}"/>
              </a:ext>
            </a:extLst>
          </p:cNvPr>
          <p:cNvSpPr/>
          <p:nvPr/>
        </p:nvSpPr>
        <p:spPr>
          <a:xfrm>
            <a:off x="-4104741" y="5036535"/>
            <a:ext cx="2483207" cy="8625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Environment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110B6CC7-A45C-F604-EA44-32D0FB5DE4E6}"/>
              </a:ext>
            </a:extLst>
          </p:cNvPr>
          <p:cNvCxnSpPr/>
          <p:nvPr/>
        </p:nvCxnSpPr>
        <p:spPr>
          <a:xfrm>
            <a:off x="-3870528" y="6471635"/>
            <a:ext cx="201477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7274D06C-BAF4-47B1-825D-BBEAFB034E95}"/>
              </a:ext>
            </a:extLst>
          </p:cNvPr>
          <p:cNvCxnSpPr/>
          <p:nvPr/>
        </p:nvCxnSpPr>
        <p:spPr>
          <a:xfrm>
            <a:off x="-3902171" y="6889695"/>
            <a:ext cx="2014779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9ADBE47D-0962-6C1C-BBB6-094708E38ED3}"/>
              </a:ext>
            </a:extLst>
          </p:cNvPr>
          <p:cNvSpPr/>
          <p:nvPr/>
        </p:nvSpPr>
        <p:spPr>
          <a:xfrm>
            <a:off x="2824078" y="1430869"/>
            <a:ext cx="5367421" cy="7315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Current Situational Model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="" xmlns:a16="http://schemas.microsoft.com/office/drawing/2014/main" id="{109555AE-2E31-17A3-F55F-75E2EE8B3D4E}"/>
              </a:ext>
            </a:extLst>
          </p:cNvPr>
          <p:cNvSpPr/>
          <p:nvPr/>
        </p:nvSpPr>
        <p:spPr>
          <a:xfrm>
            <a:off x="3208038" y="5721406"/>
            <a:ext cx="1207008" cy="10058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Sensory Motor Memory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="" xmlns:a16="http://schemas.microsoft.com/office/drawing/2014/main" id="{952AB029-E195-D77A-E677-7E4D5BA9DC01}"/>
              </a:ext>
            </a:extLst>
          </p:cNvPr>
          <p:cNvSpPr/>
          <p:nvPr/>
        </p:nvSpPr>
        <p:spPr>
          <a:xfrm>
            <a:off x="6957059" y="289083"/>
            <a:ext cx="1143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Conscious Contents Queue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="" xmlns:a16="http://schemas.microsoft.com/office/drawing/2014/main" id="{0605002F-4FA6-ED24-7AAC-8C9DF9B61296}"/>
              </a:ext>
            </a:extLst>
          </p:cNvPr>
          <p:cNvSpPr/>
          <p:nvPr/>
        </p:nvSpPr>
        <p:spPr>
          <a:xfrm>
            <a:off x="10456015" y="1551234"/>
            <a:ext cx="1340104" cy="254081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Global Workspace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="" xmlns:a16="http://schemas.microsoft.com/office/drawing/2014/main" id="{33BE9BF0-988B-5754-1352-5CA05D8CFBFA}"/>
              </a:ext>
            </a:extLst>
          </p:cNvPr>
          <p:cNvSpPr/>
          <p:nvPr/>
        </p:nvSpPr>
        <p:spPr>
          <a:xfrm>
            <a:off x="3925980" y="3105206"/>
            <a:ext cx="1207008" cy="10058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Spatial Memory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="" xmlns:a16="http://schemas.microsoft.com/office/drawing/2014/main" id="{5E6A57EB-A745-BC4D-D7BC-4498AD3BFB07}"/>
              </a:ext>
            </a:extLst>
          </p:cNvPr>
          <p:cNvSpPr/>
          <p:nvPr/>
        </p:nvSpPr>
        <p:spPr>
          <a:xfrm>
            <a:off x="5221690" y="3105206"/>
            <a:ext cx="1207008" cy="10058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Transient Episodic Memory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="" xmlns:a16="http://schemas.microsoft.com/office/drawing/2014/main" id="{9F3E0560-C352-3460-A280-231D7B1DEDAE}"/>
              </a:ext>
            </a:extLst>
          </p:cNvPr>
          <p:cNvSpPr/>
          <p:nvPr/>
        </p:nvSpPr>
        <p:spPr>
          <a:xfrm>
            <a:off x="7396876" y="3105206"/>
            <a:ext cx="1207008" cy="10058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Declarative Memory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="" xmlns:a16="http://schemas.microsoft.com/office/drawing/2014/main" id="{27804B1C-38E8-A522-B373-B83C68045062}"/>
              </a:ext>
            </a:extLst>
          </p:cNvPr>
          <p:cNvSpPr/>
          <p:nvPr/>
        </p:nvSpPr>
        <p:spPr>
          <a:xfrm>
            <a:off x="9008334" y="3086212"/>
            <a:ext cx="1207008" cy="10058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Attention Codelets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CC12449A-B843-5B6F-59C0-B760DCCC8A63}"/>
              </a:ext>
            </a:extLst>
          </p:cNvPr>
          <p:cNvSpPr/>
          <p:nvPr/>
        </p:nvSpPr>
        <p:spPr>
          <a:xfrm>
            <a:off x="8204612" y="5721406"/>
            <a:ext cx="1207008" cy="10058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Procedural Memory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="" xmlns:a16="http://schemas.microsoft.com/office/drawing/2014/main" id="{71591FA2-23DA-BDB5-02FC-72380335E90B}"/>
              </a:ext>
            </a:extLst>
          </p:cNvPr>
          <p:cNvSpPr/>
          <p:nvPr/>
        </p:nvSpPr>
        <p:spPr>
          <a:xfrm>
            <a:off x="227251" y="2897774"/>
            <a:ext cx="1371600" cy="118872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Internal &amp; External Environment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="" xmlns:a16="http://schemas.microsoft.com/office/drawing/2014/main" id="{092882E5-D466-4454-AE23-BE00D0FBC995}"/>
              </a:ext>
            </a:extLst>
          </p:cNvPr>
          <p:cNvSpPr/>
          <p:nvPr/>
        </p:nvSpPr>
        <p:spPr>
          <a:xfrm>
            <a:off x="3692477" y="646920"/>
            <a:ext cx="2881022" cy="5486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Structure Building Codelets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="" xmlns:a16="http://schemas.microsoft.com/office/drawing/2014/main" id="{F6F33F37-11CE-6A26-1B8E-64C63FD8364A}"/>
              </a:ext>
            </a:extLst>
          </p:cNvPr>
          <p:cNvSpPr/>
          <p:nvPr/>
        </p:nvSpPr>
        <p:spPr>
          <a:xfrm>
            <a:off x="1367922" y="5721406"/>
            <a:ext cx="1188720" cy="100584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Motor Plan Execution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="" xmlns:a16="http://schemas.microsoft.com/office/drawing/2014/main" id="{EAF088F9-8368-58B7-9D56-3BA1095667F0}"/>
              </a:ext>
            </a:extLst>
          </p:cNvPr>
          <p:cNvSpPr/>
          <p:nvPr/>
        </p:nvSpPr>
        <p:spPr>
          <a:xfrm>
            <a:off x="5762750" y="5733632"/>
            <a:ext cx="1188720" cy="100584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Action Selection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1CB5633D-CB82-F083-2256-221AFCCC9207}"/>
              </a:ext>
            </a:extLst>
          </p:cNvPr>
          <p:cNvCxnSpPr>
            <a:cxnSpLocks/>
          </p:cNvCxnSpPr>
          <p:nvPr/>
        </p:nvCxnSpPr>
        <p:spPr>
          <a:xfrm>
            <a:off x="1708152" y="2213171"/>
            <a:ext cx="0" cy="35082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141CD57F-9C89-5619-58B0-4C766D30C717}"/>
              </a:ext>
            </a:extLst>
          </p:cNvPr>
          <p:cNvSpPr txBox="1"/>
          <p:nvPr/>
        </p:nvSpPr>
        <p:spPr>
          <a:xfrm>
            <a:off x="1913587" y="1518345"/>
            <a:ext cx="812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Ventral Stream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326498C-3852-DC73-3E98-5645C62F297E}"/>
              </a:ext>
            </a:extLst>
          </p:cNvPr>
          <p:cNvSpPr txBox="1"/>
          <p:nvPr/>
        </p:nvSpPr>
        <p:spPr>
          <a:xfrm>
            <a:off x="4415917" y="218071"/>
            <a:ext cx="1807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WORKSPACE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11E33918-FD26-5D13-396C-4953A513B2F7}"/>
              </a:ext>
            </a:extLst>
          </p:cNvPr>
          <p:cNvCxnSpPr>
            <a:cxnSpLocks/>
          </p:cNvCxnSpPr>
          <p:nvPr/>
        </p:nvCxnSpPr>
        <p:spPr>
          <a:xfrm>
            <a:off x="5086940" y="1060296"/>
            <a:ext cx="0" cy="493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="" xmlns:a16="http://schemas.microsoft.com/office/drawing/2014/main" id="{91DFA381-B930-ED77-A6B4-19F69A48D4D4}"/>
              </a:ext>
            </a:extLst>
          </p:cNvPr>
          <p:cNvCxnSpPr>
            <a:cxnSpLocks/>
          </p:cNvCxnSpPr>
          <p:nvPr/>
        </p:nvCxnSpPr>
        <p:spPr>
          <a:xfrm>
            <a:off x="6440172" y="906904"/>
            <a:ext cx="64402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="" xmlns:a16="http://schemas.microsoft.com/office/drawing/2014/main" id="{9F7ABE67-2C50-5015-B9E3-43F00515C42A}"/>
              </a:ext>
            </a:extLst>
          </p:cNvPr>
          <p:cNvCxnSpPr>
            <a:cxnSpLocks/>
          </p:cNvCxnSpPr>
          <p:nvPr/>
        </p:nvCxnSpPr>
        <p:spPr>
          <a:xfrm>
            <a:off x="7528559" y="1145733"/>
            <a:ext cx="0" cy="4083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="" xmlns:a16="http://schemas.microsoft.com/office/drawing/2014/main" id="{DC049DED-7710-1EC7-4E50-7E1C5D97D61E}"/>
              </a:ext>
            </a:extLst>
          </p:cNvPr>
          <p:cNvCxnSpPr>
            <a:cxnSpLocks/>
          </p:cNvCxnSpPr>
          <p:nvPr/>
        </p:nvCxnSpPr>
        <p:spPr>
          <a:xfrm>
            <a:off x="8191499" y="1647134"/>
            <a:ext cx="226451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="" xmlns:a16="http://schemas.microsoft.com/office/drawing/2014/main" id="{2780DF7B-43C6-F119-B567-B34349A5D7A7}"/>
              </a:ext>
            </a:extLst>
          </p:cNvPr>
          <p:cNvCxnSpPr>
            <a:cxnSpLocks/>
          </p:cNvCxnSpPr>
          <p:nvPr/>
        </p:nvCxnSpPr>
        <p:spPr>
          <a:xfrm>
            <a:off x="3460434" y="2360653"/>
            <a:ext cx="0" cy="7445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="" xmlns:a16="http://schemas.microsoft.com/office/drawing/2014/main" id="{4DD0966E-2537-5130-F6DF-9A93CEBD69B0}"/>
              </a:ext>
            </a:extLst>
          </p:cNvPr>
          <p:cNvSpPr/>
          <p:nvPr/>
        </p:nvSpPr>
        <p:spPr>
          <a:xfrm>
            <a:off x="2630271" y="130754"/>
            <a:ext cx="5781116" cy="2229899"/>
          </a:xfrm>
          <a:prstGeom prst="round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="" xmlns:a16="http://schemas.microsoft.com/office/drawing/2014/main" id="{4A2B0FE2-9D76-9A34-C929-DBA31AD81C2B}"/>
              </a:ext>
            </a:extLst>
          </p:cNvPr>
          <p:cNvCxnSpPr>
            <a:cxnSpLocks/>
          </p:cNvCxnSpPr>
          <p:nvPr/>
        </p:nvCxnSpPr>
        <p:spPr>
          <a:xfrm flipV="1">
            <a:off x="3592987" y="2350757"/>
            <a:ext cx="0" cy="7498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20F92C0D-0153-393E-ABFA-A27F52240934}"/>
              </a:ext>
            </a:extLst>
          </p:cNvPr>
          <p:cNvSpPr txBox="1"/>
          <p:nvPr/>
        </p:nvSpPr>
        <p:spPr>
          <a:xfrm>
            <a:off x="3580813" y="2330506"/>
            <a:ext cx="990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Percepts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9A05092D-5145-2159-07CF-D2D87041DA79}"/>
              </a:ext>
            </a:extLst>
          </p:cNvPr>
          <p:cNvSpPr txBox="1"/>
          <p:nvPr/>
        </p:nvSpPr>
        <p:spPr>
          <a:xfrm>
            <a:off x="3027096" y="2782716"/>
            <a:ext cx="514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Cue</a:t>
            </a:r>
            <a:endParaRPr lang="en-US" sz="16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="" xmlns:a16="http://schemas.microsoft.com/office/drawing/2014/main" id="{11449299-3D47-E9B8-E862-421C2A578D7D}"/>
              </a:ext>
            </a:extLst>
          </p:cNvPr>
          <p:cNvCxnSpPr>
            <a:cxnSpLocks/>
          </p:cNvCxnSpPr>
          <p:nvPr/>
        </p:nvCxnSpPr>
        <p:spPr>
          <a:xfrm>
            <a:off x="1802343" y="1802935"/>
            <a:ext cx="1089892" cy="12207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="" xmlns:a16="http://schemas.microsoft.com/office/drawing/2014/main" id="{C4F193E8-CE52-031B-EAA9-5B037D9D9CB8}"/>
              </a:ext>
            </a:extLst>
          </p:cNvPr>
          <p:cNvCxnSpPr>
            <a:cxnSpLocks/>
          </p:cNvCxnSpPr>
          <p:nvPr/>
        </p:nvCxnSpPr>
        <p:spPr>
          <a:xfrm flipH="1" flipV="1">
            <a:off x="1765691" y="2189577"/>
            <a:ext cx="872046" cy="9913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="" xmlns:a16="http://schemas.microsoft.com/office/drawing/2014/main" id="{A2C9B53A-CFA3-35B1-6FA1-D86928A27FE8}"/>
              </a:ext>
            </a:extLst>
          </p:cNvPr>
          <p:cNvSpPr txBox="1"/>
          <p:nvPr/>
        </p:nvSpPr>
        <p:spPr>
          <a:xfrm>
            <a:off x="1659283" y="3462471"/>
            <a:ext cx="812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Dorsal Stream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="" xmlns:a16="http://schemas.microsoft.com/office/drawing/2014/main" id="{04D0F35E-CF5A-41BA-9B94-05227CA3951F}"/>
              </a:ext>
            </a:extLst>
          </p:cNvPr>
          <p:cNvCxnSpPr>
            <a:cxnSpLocks/>
          </p:cNvCxnSpPr>
          <p:nvPr/>
        </p:nvCxnSpPr>
        <p:spPr>
          <a:xfrm flipV="1">
            <a:off x="618340" y="2237374"/>
            <a:ext cx="0" cy="6542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="" xmlns:a16="http://schemas.microsoft.com/office/drawing/2014/main" id="{8AAF6593-971B-3EE5-0EB4-0064AFA39239}"/>
              </a:ext>
            </a:extLst>
          </p:cNvPr>
          <p:cNvSpPr txBox="1"/>
          <p:nvPr/>
        </p:nvSpPr>
        <p:spPr>
          <a:xfrm>
            <a:off x="587604" y="2347409"/>
            <a:ext cx="990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Sensory Stimulus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="" xmlns:a16="http://schemas.microsoft.com/office/drawing/2014/main" id="{9AA5391B-0D71-80B8-2A35-AA6BEE2C3F9A}"/>
              </a:ext>
            </a:extLst>
          </p:cNvPr>
          <p:cNvCxnSpPr>
            <a:cxnSpLocks/>
          </p:cNvCxnSpPr>
          <p:nvPr/>
        </p:nvCxnSpPr>
        <p:spPr>
          <a:xfrm>
            <a:off x="4770668" y="2368009"/>
            <a:ext cx="0" cy="7445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="" xmlns:a16="http://schemas.microsoft.com/office/drawing/2014/main" id="{08C7DDDE-5BE6-3925-9EAC-2C0920C27D71}"/>
              </a:ext>
            </a:extLst>
          </p:cNvPr>
          <p:cNvCxnSpPr>
            <a:cxnSpLocks/>
          </p:cNvCxnSpPr>
          <p:nvPr/>
        </p:nvCxnSpPr>
        <p:spPr>
          <a:xfrm flipV="1">
            <a:off x="4913381" y="2351763"/>
            <a:ext cx="0" cy="7498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="" xmlns:a16="http://schemas.microsoft.com/office/drawing/2014/main" id="{9EF2CEFB-1F48-2D83-D46B-69F5937C3ABF}"/>
              </a:ext>
            </a:extLst>
          </p:cNvPr>
          <p:cNvSpPr txBox="1"/>
          <p:nvPr/>
        </p:nvSpPr>
        <p:spPr>
          <a:xfrm>
            <a:off x="4901207" y="2337862"/>
            <a:ext cx="990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Spatial Maps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="" xmlns:a16="http://schemas.microsoft.com/office/drawing/2014/main" id="{2C6DBAD0-BC4A-4EF6-F6F6-6E91793F6500}"/>
              </a:ext>
            </a:extLst>
          </p:cNvPr>
          <p:cNvSpPr txBox="1"/>
          <p:nvPr/>
        </p:nvSpPr>
        <p:spPr>
          <a:xfrm>
            <a:off x="4337330" y="2790072"/>
            <a:ext cx="527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Cue</a:t>
            </a:r>
            <a:endParaRPr lang="en-US" sz="1600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="" xmlns:a16="http://schemas.microsoft.com/office/drawing/2014/main" id="{4775E787-FACA-E914-328F-163155528149}"/>
              </a:ext>
            </a:extLst>
          </p:cNvPr>
          <p:cNvCxnSpPr>
            <a:cxnSpLocks/>
          </p:cNvCxnSpPr>
          <p:nvPr/>
        </p:nvCxnSpPr>
        <p:spPr>
          <a:xfrm>
            <a:off x="6085479" y="2381223"/>
            <a:ext cx="0" cy="7445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="" xmlns:a16="http://schemas.microsoft.com/office/drawing/2014/main" id="{228F7FF1-B5D5-D6D2-1F8A-AB78B7673C0A}"/>
              </a:ext>
            </a:extLst>
          </p:cNvPr>
          <p:cNvCxnSpPr>
            <a:cxnSpLocks/>
          </p:cNvCxnSpPr>
          <p:nvPr/>
        </p:nvCxnSpPr>
        <p:spPr>
          <a:xfrm flipV="1">
            <a:off x="6228192" y="2368152"/>
            <a:ext cx="0" cy="7315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="" xmlns:a16="http://schemas.microsoft.com/office/drawing/2014/main" id="{69029AD6-DF9D-38FF-0FE3-809CD5C3B1AC}"/>
              </a:ext>
            </a:extLst>
          </p:cNvPr>
          <p:cNvSpPr txBox="1"/>
          <p:nvPr/>
        </p:nvSpPr>
        <p:spPr>
          <a:xfrm>
            <a:off x="6216018" y="2351076"/>
            <a:ext cx="1080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Local Associations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81EDA40B-975C-D2A8-3E59-81AFB0F52490}"/>
              </a:ext>
            </a:extLst>
          </p:cNvPr>
          <p:cNvSpPr txBox="1"/>
          <p:nvPr/>
        </p:nvSpPr>
        <p:spPr>
          <a:xfrm>
            <a:off x="5652141" y="2803286"/>
            <a:ext cx="469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Cue</a:t>
            </a:r>
            <a:endParaRPr lang="en-US" sz="1600" dirty="0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="" xmlns:a16="http://schemas.microsoft.com/office/drawing/2014/main" id="{21BF4A5C-8DD3-639F-E655-DCE72BD80550}"/>
              </a:ext>
            </a:extLst>
          </p:cNvPr>
          <p:cNvCxnSpPr>
            <a:cxnSpLocks/>
          </p:cNvCxnSpPr>
          <p:nvPr/>
        </p:nvCxnSpPr>
        <p:spPr>
          <a:xfrm>
            <a:off x="7597445" y="2366582"/>
            <a:ext cx="0" cy="7445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="" xmlns:a16="http://schemas.microsoft.com/office/drawing/2014/main" id="{2357F69B-C3C7-D8D0-5E19-4108BD2C1F48}"/>
              </a:ext>
            </a:extLst>
          </p:cNvPr>
          <p:cNvCxnSpPr>
            <a:cxnSpLocks/>
          </p:cNvCxnSpPr>
          <p:nvPr/>
        </p:nvCxnSpPr>
        <p:spPr>
          <a:xfrm flipV="1">
            <a:off x="7740158" y="2353511"/>
            <a:ext cx="0" cy="74066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="" xmlns:a16="http://schemas.microsoft.com/office/drawing/2014/main" id="{187CB621-CFB8-A8C9-69D3-A55BC7695D46}"/>
              </a:ext>
            </a:extLst>
          </p:cNvPr>
          <p:cNvSpPr txBox="1"/>
          <p:nvPr/>
        </p:nvSpPr>
        <p:spPr>
          <a:xfrm>
            <a:off x="7727984" y="2336435"/>
            <a:ext cx="1080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Local Associations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="" xmlns:a16="http://schemas.microsoft.com/office/drawing/2014/main" id="{1AD2264F-2D6C-2979-7801-6338178A658F}"/>
              </a:ext>
            </a:extLst>
          </p:cNvPr>
          <p:cNvSpPr txBox="1"/>
          <p:nvPr/>
        </p:nvSpPr>
        <p:spPr>
          <a:xfrm>
            <a:off x="7164107" y="2788645"/>
            <a:ext cx="492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Cue</a:t>
            </a:r>
            <a:endParaRPr lang="en-US" sz="1600" dirty="0"/>
          </a:p>
        </p:txBody>
      </p:sp>
      <p:sp>
        <p:nvSpPr>
          <p:cNvPr id="85" name="TextBox 84">
            <a:extLst>
              <a:ext uri="{FF2B5EF4-FFF2-40B4-BE49-F238E27FC236}">
                <a16:creationId xmlns="" xmlns:a16="http://schemas.microsoft.com/office/drawing/2014/main" id="{BC6E2E7A-DCC4-C61A-6D03-13C35A88471D}"/>
              </a:ext>
            </a:extLst>
          </p:cNvPr>
          <p:cNvSpPr txBox="1"/>
          <p:nvPr/>
        </p:nvSpPr>
        <p:spPr>
          <a:xfrm>
            <a:off x="8628017" y="1359621"/>
            <a:ext cx="1249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Add Coalitions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="" xmlns:a16="http://schemas.microsoft.com/office/drawing/2014/main" id="{B6C8A72A-9385-765F-9804-D977CBAD4FE5}"/>
              </a:ext>
            </a:extLst>
          </p:cNvPr>
          <p:cNvCxnSpPr>
            <a:cxnSpLocks/>
          </p:cNvCxnSpPr>
          <p:nvPr/>
        </p:nvCxnSpPr>
        <p:spPr>
          <a:xfrm flipH="1">
            <a:off x="8170816" y="1944043"/>
            <a:ext cx="188123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="" xmlns:a16="http://schemas.microsoft.com/office/drawing/2014/main" id="{FEFB53CB-985D-598D-324A-303117FFFFBE}"/>
              </a:ext>
            </a:extLst>
          </p:cNvPr>
          <p:cNvCxnSpPr>
            <a:cxnSpLocks/>
          </p:cNvCxnSpPr>
          <p:nvPr/>
        </p:nvCxnSpPr>
        <p:spPr>
          <a:xfrm flipV="1">
            <a:off x="10052050" y="1944043"/>
            <a:ext cx="0" cy="114216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="" xmlns:a16="http://schemas.microsoft.com/office/drawing/2014/main" id="{A916BD25-92BE-EC39-1FA3-2D160C28CCD2}"/>
              </a:ext>
            </a:extLst>
          </p:cNvPr>
          <p:cNvCxnSpPr>
            <a:cxnSpLocks/>
          </p:cNvCxnSpPr>
          <p:nvPr/>
        </p:nvCxnSpPr>
        <p:spPr>
          <a:xfrm>
            <a:off x="6428698" y="3928541"/>
            <a:ext cx="968178" cy="305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="" xmlns:a16="http://schemas.microsoft.com/office/drawing/2014/main" id="{B108DBD5-6FBB-1CFA-D0F5-5F24E27DB195}"/>
              </a:ext>
            </a:extLst>
          </p:cNvPr>
          <p:cNvSpPr txBox="1"/>
          <p:nvPr/>
        </p:nvSpPr>
        <p:spPr>
          <a:xfrm>
            <a:off x="6357110" y="3657735"/>
            <a:ext cx="1080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Consolidate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="" xmlns:a16="http://schemas.microsoft.com/office/drawing/2014/main" id="{BED4DE3E-CFAF-040F-AD19-6375951121A6}"/>
              </a:ext>
            </a:extLst>
          </p:cNvPr>
          <p:cNvSpPr txBox="1"/>
          <p:nvPr/>
        </p:nvSpPr>
        <p:spPr>
          <a:xfrm>
            <a:off x="8628017" y="1671490"/>
            <a:ext cx="1424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Form Coalitions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="" xmlns:a16="http://schemas.microsoft.com/office/drawing/2014/main" id="{46664E14-FE9F-105C-47A1-F903CC462472}"/>
              </a:ext>
            </a:extLst>
          </p:cNvPr>
          <p:cNvSpPr txBox="1"/>
          <p:nvPr/>
        </p:nvSpPr>
        <p:spPr>
          <a:xfrm rot="2781736">
            <a:off x="1783624" y="2381457"/>
            <a:ext cx="990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Priming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="" xmlns:a16="http://schemas.microsoft.com/office/drawing/2014/main" id="{A4F38726-A393-35FC-6D17-D77B118C0D77}"/>
              </a:ext>
            </a:extLst>
          </p:cNvPr>
          <p:cNvCxnSpPr>
            <a:cxnSpLocks/>
          </p:cNvCxnSpPr>
          <p:nvPr/>
        </p:nvCxnSpPr>
        <p:spPr>
          <a:xfrm flipH="1">
            <a:off x="2556642" y="6471635"/>
            <a:ext cx="6455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="" xmlns:a16="http://schemas.microsoft.com/office/drawing/2014/main" id="{AFAD0043-2A6E-4EFB-A3E8-E74499B94A0D}"/>
              </a:ext>
            </a:extLst>
          </p:cNvPr>
          <p:cNvSpPr txBox="1"/>
          <p:nvPr/>
        </p:nvSpPr>
        <p:spPr>
          <a:xfrm>
            <a:off x="2566626" y="5912006"/>
            <a:ext cx="751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Motor Plan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="" xmlns:a16="http://schemas.microsoft.com/office/drawing/2014/main" id="{1B84F7A8-E01A-F73B-7121-1EDE9B20ADFF}"/>
              </a:ext>
            </a:extLst>
          </p:cNvPr>
          <p:cNvCxnSpPr>
            <a:cxnSpLocks/>
          </p:cNvCxnSpPr>
          <p:nvPr/>
        </p:nvCxnSpPr>
        <p:spPr>
          <a:xfrm flipH="1">
            <a:off x="4408292" y="6491670"/>
            <a:ext cx="13572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="" xmlns:a16="http://schemas.microsoft.com/office/drawing/2014/main" id="{A7D94F9F-2227-BB06-7A1C-F2767DACAF1A}"/>
              </a:ext>
            </a:extLst>
          </p:cNvPr>
          <p:cNvSpPr txBox="1"/>
          <p:nvPr/>
        </p:nvSpPr>
        <p:spPr>
          <a:xfrm>
            <a:off x="4751448" y="5922535"/>
            <a:ext cx="900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Selected Behaviors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="" xmlns:a16="http://schemas.microsoft.com/office/drawing/2014/main" id="{E9EF80F5-3454-9D1F-8929-E5EF5326EE7D}"/>
              </a:ext>
            </a:extLst>
          </p:cNvPr>
          <p:cNvCxnSpPr>
            <a:cxnSpLocks/>
          </p:cNvCxnSpPr>
          <p:nvPr/>
        </p:nvCxnSpPr>
        <p:spPr>
          <a:xfrm flipH="1" flipV="1">
            <a:off x="3679426" y="4200675"/>
            <a:ext cx="1453562" cy="17084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="" xmlns:a16="http://schemas.microsoft.com/office/drawing/2014/main" id="{03EA8DE8-70C7-B166-E695-65E10E2A1E26}"/>
              </a:ext>
            </a:extLst>
          </p:cNvPr>
          <p:cNvSpPr txBox="1"/>
          <p:nvPr/>
        </p:nvSpPr>
        <p:spPr>
          <a:xfrm rot="2688030">
            <a:off x="4464339" y="5339489"/>
            <a:ext cx="990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Priming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="" xmlns:a16="http://schemas.microsoft.com/office/drawing/2014/main" id="{BB0392CC-08B6-0D0C-6796-C5CC86FAF26C}"/>
              </a:ext>
            </a:extLst>
          </p:cNvPr>
          <p:cNvCxnSpPr>
            <a:cxnSpLocks/>
          </p:cNvCxnSpPr>
          <p:nvPr/>
        </p:nvCxnSpPr>
        <p:spPr>
          <a:xfrm flipH="1">
            <a:off x="6966710" y="6517071"/>
            <a:ext cx="124002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="" xmlns:a16="http://schemas.microsoft.com/office/drawing/2014/main" id="{741C7EDD-5D11-BEE9-FFEC-38360598E925}"/>
              </a:ext>
            </a:extLst>
          </p:cNvPr>
          <p:cNvSpPr txBox="1"/>
          <p:nvPr/>
        </p:nvSpPr>
        <p:spPr>
          <a:xfrm>
            <a:off x="7015893" y="5763062"/>
            <a:ext cx="11887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Instantiated Schemes</a:t>
            </a:r>
          </a:p>
          <a:p>
            <a:r>
              <a:rPr lang="en-US" sz="1400" dirty="0"/>
              <a:t>(Behaviors)</a:t>
            </a:r>
          </a:p>
        </p:txBody>
      </p:sp>
      <p:sp>
        <p:nvSpPr>
          <p:cNvPr id="126" name="Arc 125">
            <a:extLst>
              <a:ext uri="{FF2B5EF4-FFF2-40B4-BE49-F238E27FC236}">
                <a16:creationId xmlns="" xmlns:a16="http://schemas.microsoft.com/office/drawing/2014/main" id="{BB2586FD-67A7-869B-19B2-0F06B126A87F}"/>
              </a:ext>
            </a:extLst>
          </p:cNvPr>
          <p:cNvSpPr/>
          <p:nvPr/>
        </p:nvSpPr>
        <p:spPr>
          <a:xfrm rot="10800000">
            <a:off x="521070" y="2406624"/>
            <a:ext cx="1652170" cy="3537150"/>
          </a:xfrm>
          <a:prstGeom prst="arc">
            <a:avLst>
              <a:gd name="adj1" fmla="val 16151099"/>
              <a:gd name="adj2" fmla="val 150377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="" xmlns:a16="http://schemas.microsoft.com/office/drawing/2014/main" id="{1D633303-5352-C974-416F-C5A72262732E}"/>
              </a:ext>
            </a:extLst>
          </p:cNvPr>
          <p:cNvSpPr txBox="1"/>
          <p:nvPr/>
        </p:nvSpPr>
        <p:spPr>
          <a:xfrm>
            <a:off x="521069" y="4287673"/>
            <a:ext cx="990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Action Execution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="" xmlns:a16="http://schemas.microsoft.com/office/drawing/2014/main" id="{7C8853AE-9241-92A3-5F2F-11B142691709}"/>
              </a:ext>
            </a:extLst>
          </p:cNvPr>
          <p:cNvSpPr txBox="1"/>
          <p:nvPr/>
        </p:nvSpPr>
        <p:spPr>
          <a:xfrm>
            <a:off x="8857590" y="611734"/>
            <a:ext cx="2066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Add Conscious Content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="" xmlns:a16="http://schemas.microsoft.com/office/drawing/2014/main" id="{75A4FB7B-AA52-E0A4-ACAC-B4A00A5C4A8B}"/>
              </a:ext>
            </a:extLst>
          </p:cNvPr>
          <p:cNvCxnSpPr>
            <a:cxnSpLocks/>
          </p:cNvCxnSpPr>
          <p:nvPr/>
        </p:nvCxnSpPr>
        <p:spPr>
          <a:xfrm flipH="1" flipV="1">
            <a:off x="3098774" y="4987957"/>
            <a:ext cx="6506714" cy="10178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="" xmlns:a16="http://schemas.microsoft.com/office/drawing/2014/main" id="{EC9D5D66-A93C-004E-5B5E-BDCDE17E205D}"/>
              </a:ext>
            </a:extLst>
          </p:cNvPr>
          <p:cNvCxnSpPr>
            <a:cxnSpLocks/>
          </p:cNvCxnSpPr>
          <p:nvPr/>
        </p:nvCxnSpPr>
        <p:spPr>
          <a:xfrm flipV="1">
            <a:off x="9459438" y="4121927"/>
            <a:ext cx="0" cy="876208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="" xmlns:a16="http://schemas.microsoft.com/office/drawing/2014/main" id="{09F8DB57-84FC-A8DC-F19C-B5CA62AF1DE9}"/>
              </a:ext>
            </a:extLst>
          </p:cNvPr>
          <p:cNvCxnSpPr>
            <a:cxnSpLocks/>
          </p:cNvCxnSpPr>
          <p:nvPr/>
        </p:nvCxnSpPr>
        <p:spPr>
          <a:xfrm>
            <a:off x="8325262" y="4998135"/>
            <a:ext cx="0" cy="723271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="" xmlns:a16="http://schemas.microsoft.com/office/drawing/2014/main" id="{4C7CADBE-605A-0C80-822A-ABF240A5CFC5}"/>
              </a:ext>
            </a:extLst>
          </p:cNvPr>
          <p:cNvCxnSpPr>
            <a:cxnSpLocks/>
          </p:cNvCxnSpPr>
          <p:nvPr/>
        </p:nvCxnSpPr>
        <p:spPr>
          <a:xfrm flipV="1">
            <a:off x="5891532" y="4121927"/>
            <a:ext cx="0" cy="876208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="" xmlns:a16="http://schemas.microsoft.com/office/drawing/2014/main" id="{46BF67B4-2639-D572-26CC-0CDD9A8B9D60}"/>
              </a:ext>
            </a:extLst>
          </p:cNvPr>
          <p:cNvCxnSpPr>
            <a:cxnSpLocks/>
          </p:cNvCxnSpPr>
          <p:nvPr/>
        </p:nvCxnSpPr>
        <p:spPr>
          <a:xfrm flipV="1">
            <a:off x="4499715" y="4111046"/>
            <a:ext cx="0" cy="876208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="" xmlns:a16="http://schemas.microsoft.com/office/drawing/2014/main" id="{9DD3F691-8C94-CF7D-9504-DABB3295F1DC}"/>
              </a:ext>
            </a:extLst>
          </p:cNvPr>
          <p:cNvCxnSpPr>
            <a:cxnSpLocks/>
          </p:cNvCxnSpPr>
          <p:nvPr/>
        </p:nvCxnSpPr>
        <p:spPr>
          <a:xfrm>
            <a:off x="6115480" y="4998135"/>
            <a:ext cx="0" cy="723271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="" xmlns:a16="http://schemas.microsoft.com/office/drawing/2014/main" id="{55B3940F-3724-380E-C392-4A079AF90040}"/>
              </a:ext>
            </a:extLst>
          </p:cNvPr>
          <p:cNvCxnSpPr>
            <a:cxnSpLocks/>
          </p:cNvCxnSpPr>
          <p:nvPr/>
        </p:nvCxnSpPr>
        <p:spPr>
          <a:xfrm>
            <a:off x="3384980" y="4987254"/>
            <a:ext cx="0" cy="723271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="" xmlns:a16="http://schemas.microsoft.com/office/drawing/2014/main" id="{80362D72-CBE5-F3AD-18A9-15ED5B8EE0D7}"/>
              </a:ext>
            </a:extLst>
          </p:cNvPr>
          <p:cNvCxnSpPr>
            <a:cxnSpLocks/>
          </p:cNvCxnSpPr>
          <p:nvPr/>
        </p:nvCxnSpPr>
        <p:spPr>
          <a:xfrm>
            <a:off x="9258712" y="4993604"/>
            <a:ext cx="0" cy="72327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="" xmlns:a16="http://schemas.microsoft.com/office/drawing/2014/main" id="{8FE7E780-DAF9-47A4-BFEF-897333F7F0CE}"/>
              </a:ext>
            </a:extLst>
          </p:cNvPr>
          <p:cNvSpPr txBox="1"/>
          <p:nvPr/>
        </p:nvSpPr>
        <p:spPr>
          <a:xfrm>
            <a:off x="9453089" y="4344018"/>
            <a:ext cx="1207008" cy="52322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Attentional Learning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="" xmlns:a16="http://schemas.microsoft.com/office/drawing/2014/main" id="{2AB09A0C-E35B-45E3-BB51-0FDF17F0728C}"/>
              </a:ext>
            </a:extLst>
          </p:cNvPr>
          <p:cNvSpPr txBox="1"/>
          <p:nvPr/>
        </p:nvSpPr>
        <p:spPr>
          <a:xfrm>
            <a:off x="5886779" y="4329193"/>
            <a:ext cx="120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Episodic Learning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="" xmlns:a16="http://schemas.microsoft.com/office/drawing/2014/main" id="{D636BAB3-AE83-615B-314D-E0F299D4BA88}"/>
              </a:ext>
            </a:extLst>
          </p:cNvPr>
          <p:cNvSpPr txBox="1"/>
          <p:nvPr/>
        </p:nvSpPr>
        <p:spPr>
          <a:xfrm>
            <a:off x="4519495" y="4327088"/>
            <a:ext cx="120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Spatial Learning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="" xmlns:a16="http://schemas.microsoft.com/office/drawing/2014/main" id="{436BA41E-E06E-7D99-E9F0-FE259D7B47FC}"/>
              </a:ext>
            </a:extLst>
          </p:cNvPr>
          <p:cNvSpPr txBox="1"/>
          <p:nvPr/>
        </p:nvSpPr>
        <p:spPr>
          <a:xfrm>
            <a:off x="2659733" y="4219194"/>
            <a:ext cx="120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Perceptual Learning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="" xmlns:a16="http://schemas.microsoft.com/office/drawing/2014/main" id="{E703D800-E5E2-7E97-987C-8EE3368221DA}"/>
              </a:ext>
            </a:extLst>
          </p:cNvPr>
          <p:cNvSpPr txBox="1"/>
          <p:nvPr/>
        </p:nvSpPr>
        <p:spPr>
          <a:xfrm>
            <a:off x="3364067" y="4980402"/>
            <a:ext cx="12070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Sensory Motor Learning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="" xmlns:a16="http://schemas.microsoft.com/office/drawing/2014/main" id="{87348DD6-11CE-FA04-B19A-541D356A839C}"/>
              </a:ext>
            </a:extLst>
          </p:cNvPr>
          <p:cNvSpPr txBox="1"/>
          <p:nvPr/>
        </p:nvSpPr>
        <p:spPr>
          <a:xfrm>
            <a:off x="6103337" y="5048739"/>
            <a:ext cx="120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Update Behaviors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="" xmlns:a16="http://schemas.microsoft.com/office/drawing/2014/main" id="{753DB08E-0E9B-43ED-DE27-1F619A73683A}"/>
              </a:ext>
            </a:extLst>
          </p:cNvPr>
          <p:cNvSpPr txBox="1"/>
          <p:nvPr/>
        </p:nvSpPr>
        <p:spPr>
          <a:xfrm>
            <a:off x="8280137" y="5104720"/>
            <a:ext cx="120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Procedural Learning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="" xmlns:a16="http://schemas.microsoft.com/office/drawing/2014/main" id="{F20358DC-D919-F9EB-CC64-955E8395D2BB}"/>
              </a:ext>
            </a:extLst>
          </p:cNvPr>
          <p:cNvSpPr txBox="1"/>
          <p:nvPr/>
        </p:nvSpPr>
        <p:spPr>
          <a:xfrm>
            <a:off x="9287092" y="5092020"/>
            <a:ext cx="120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Recruit Schemes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="" xmlns:a16="http://schemas.microsoft.com/office/drawing/2014/main" id="{1FFE377F-75C7-E7B2-873D-0DD87F144325}"/>
              </a:ext>
            </a:extLst>
          </p:cNvPr>
          <p:cNvSpPr/>
          <p:nvPr/>
        </p:nvSpPr>
        <p:spPr>
          <a:xfrm>
            <a:off x="10594834" y="5850899"/>
            <a:ext cx="356616" cy="2011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="" xmlns:a16="http://schemas.microsoft.com/office/drawing/2014/main" id="{E537564B-6867-D516-4092-29603E557D8D}"/>
              </a:ext>
            </a:extLst>
          </p:cNvPr>
          <p:cNvSpPr/>
          <p:nvPr/>
        </p:nvSpPr>
        <p:spPr>
          <a:xfrm>
            <a:off x="10594834" y="6148119"/>
            <a:ext cx="356616" cy="201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9" name="TextBox 158">
            <a:extLst>
              <a:ext uri="{FF2B5EF4-FFF2-40B4-BE49-F238E27FC236}">
                <a16:creationId xmlns="" xmlns:a16="http://schemas.microsoft.com/office/drawing/2014/main" id="{D7DED13C-7758-B26D-684F-39BBA34E4B1B}"/>
              </a:ext>
            </a:extLst>
          </p:cNvPr>
          <p:cNvSpPr txBox="1"/>
          <p:nvPr/>
        </p:nvSpPr>
        <p:spPr>
          <a:xfrm>
            <a:off x="10991565" y="5793060"/>
            <a:ext cx="1103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Short Term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="" xmlns:a16="http://schemas.microsoft.com/office/drawing/2014/main" id="{3412012D-8007-01EA-1156-E3A882191300}"/>
              </a:ext>
            </a:extLst>
          </p:cNvPr>
          <p:cNvSpPr txBox="1"/>
          <p:nvPr/>
        </p:nvSpPr>
        <p:spPr>
          <a:xfrm>
            <a:off x="11003601" y="6099597"/>
            <a:ext cx="1103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Long Term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="" xmlns:a16="http://schemas.microsoft.com/office/drawing/2014/main" id="{91396D25-AEB4-D30A-BECA-03BC8A303244}"/>
              </a:ext>
            </a:extLst>
          </p:cNvPr>
          <p:cNvSpPr txBox="1"/>
          <p:nvPr/>
        </p:nvSpPr>
        <p:spPr>
          <a:xfrm>
            <a:off x="11003601" y="6397050"/>
            <a:ext cx="1103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Conscious</a:t>
            </a: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="" xmlns:a16="http://schemas.microsoft.com/office/drawing/2014/main" id="{D1690877-30D5-5E49-6CAF-B6F954C8BD9C}"/>
              </a:ext>
            </a:extLst>
          </p:cNvPr>
          <p:cNvSpPr/>
          <p:nvPr/>
        </p:nvSpPr>
        <p:spPr>
          <a:xfrm>
            <a:off x="10456015" y="5704954"/>
            <a:ext cx="1566649" cy="1034518"/>
          </a:xfrm>
          <a:prstGeom prst="round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="" xmlns:a16="http://schemas.microsoft.com/office/drawing/2014/main" id="{4C7CADBE-605A-0C80-822A-ABF240A5CFC5}"/>
              </a:ext>
            </a:extLst>
          </p:cNvPr>
          <p:cNvCxnSpPr>
            <a:cxnSpLocks/>
          </p:cNvCxnSpPr>
          <p:nvPr/>
        </p:nvCxnSpPr>
        <p:spPr>
          <a:xfrm>
            <a:off x="10613122" y="6550938"/>
            <a:ext cx="356616" cy="0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339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105</Words>
  <Application>Microsoft Office PowerPoint</Application>
  <PresentationFormat>Custom</PresentationFormat>
  <Paragraphs>52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FedEx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Daqi Dong</dc:creator>
  <cp:lastModifiedBy>Daqi</cp:lastModifiedBy>
  <cp:revision>134</cp:revision>
  <dcterms:created xsi:type="dcterms:W3CDTF">2023-02-03T20:17:11Z</dcterms:created>
  <dcterms:modified xsi:type="dcterms:W3CDTF">2023-07-26T20:59:36Z</dcterms:modified>
</cp:coreProperties>
</file>